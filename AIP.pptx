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2"/>
  </p:normalViewPr>
  <p:slideViewPr>
    <p:cSldViewPr snapToGrid="0" snapToObjects="1">
      <p:cViewPr varScale="1">
        <p:scale>
          <a:sx n="90" d="100"/>
          <a:sy n="90" d="100"/>
        </p:scale>
        <p:origin x="232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60F52-BFBA-684F-8A3D-2F1BCAD4D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79F7E-9570-6447-90D3-43561B785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4EBA3-6C66-354D-8827-2A53DEAA9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4FB8-E68E-C94B-9AAE-629A0DEBBDD8}" type="datetimeFigureOut">
              <a:rPr lang="en-US" smtClean="0"/>
              <a:t>2/9/21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724A9-6715-8E4E-A13F-A0EF20DE6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02F08-11DB-8F4C-B6B4-EA296FE28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60DE-F097-7141-8B89-A9439E9D3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2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66258-4E3E-514B-8FA3-8E501BD93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DB2E8-66F8-B240-9102-29B8437C9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A084-8FDB-6A42-81A9-0DEDD65A8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4FB8-E68E-C94B-9AAE-629A0DEBBDD8}" type="datetimeFigureOut">
              <a:rPr lang="en-US" smtClean="0"/>
              <a:t>2/9/21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4B8D-85CB-1C41-941F-D48E82949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37414-6A27-6D42-A286-3D40F741E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60DE-F097-7141-8B89-A9439E9D3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13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13006-0D4C-9F4B-964A-DE50E683A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3CA6D-0DB8-4E4A-B96F-99C316D48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3505E-0986-4248-A6B2-2C073E1F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4FB8-E68E-C94B-9AAE-629A0DEBBDD8}" type="datetimeFigureOut">
              <a:rPr lang="en-US" smtClean="0"/>
              <a:t>2/9/21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EE60B-F51C-4241-A9EA-0EDC393B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31714-F46C-3B46-9274-F8B796C6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60DE-F097-7141-8B89-A9439E9D3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39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D818C-D755-B245-A8C5-2CD4498FD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2CEB1-983E-8B46-A434-A00DD2038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F02AB-5702-5048-873C-F30AD39FF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27E65-74C1-1547-B9B1-9C6FD233F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4FB8-E68E-C94B-9AAE-629A0DEBBDD8}" type="datetimeFigureOut">
              <a:rPr lang="en-US" smtClean="0"/>
              <a:t>2/9/21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7A74D-84BE-DB47-A43E-E3300D552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502C5-41DE-3B4B-8785-C0D914BA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60DE-F097-7141-8B89-A9439E9D3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92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11EDF-BAD8-5142-A60C-EBFC2039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E7C00-799D-334C-B1F5-04476E39D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0F218-F0DF-3B42-BF5D-8CA62F9A9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796A42-D183-B249-A8B5-96ACC5B55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C572F3-15E1-2C4F-AF38-F25EEA31FE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E2453F-8BA4-6947-B612-C04D9CBB0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4FB8-E68E-C94B-9AAE-629A0DEBBDD8}" type="datetimeFigureOut">
              <a:rPr lang="en-US" smtClean="0"/>
              <a:t>2/9/21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457397-59EF-BE4F-BFEF-EF8639A3B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5FA060-AD8D-144F-B494-CDFCB7B97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60DE-F097-7141-8B89-A9439E9D3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37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FCE8D-6BF7-7E4C-B52B-59432FBD2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0109DD-99C2-1041-BCF9-065E7381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4FB8-E68E-C94B-9AAE-629A0DEBBDD8}" type="datetimeFigureOut">
              <a:rPr lang="en-US" smtClean="0"/>
              <a:t>2/9/21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4FCE5-BF3E-5844-8BA6-5381C5A6A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9EF32-23D9-A247-9EAB-02D1DBFB0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60DE-F097-7141-8B89-A9439E9D3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186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10B50-1B04-0F4F-B6B7-79E40C5D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4FB8-E68E-C94B-9AAE-629A0DEBBDD8}" type="datetimeFigureOut">
              <a:rPr lang="en-US" smtClean="0"/>
              <a:t>2/9/21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0031D5-B0CA-D545-9963-3887E1060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07479-56AC-3E45-B2DC-1EA9DA14B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60DE-F097-7141-8B89-A9439E9D3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91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950DC-0EFA-7247-8BE9-40C1B267C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3D7DD-D525-B34D-ABB8-D8983CB07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33F2D-DBEA-F643-B6BC-DAEDB9DF5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70EB3-5A2C-DB49-9D93-BB7F9E4DC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4FB8-E68E-C94B-9AAE-629A0DEBBDD8}" type="datetimeFigureOut">
              <a:rPr lang="en-US" smtClean="0"/>
              <a:t>2/9/21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256F6-1D3A-F942-803E-6BA338376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D8418-51BE-B449-82CD-4E9321029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60DE-F097-7141-8B89-A9439E9D3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7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35E37-6628-6648-B6D2-EFB6F5E4B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294E3B-1940-5A46-8393-95836DDBE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3A09D-F441-1546-8862-67936446D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E0D0-328D-5042-999E-DE0CCFD13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4FB8-E68E-C94B-9AAE-629A0DEBBDD8}" type="datetimeFigureOut">
              <a:rPr lang="en-US" smtClean="0"/>
              <a:t>2/9/21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E1F01-6747-2143-93E8-BE65D36EE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F8375-EF92-FB49-8B18-F78A6496B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60DE-F097-7141-8B89-A9439E9D3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74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D0C4B-35D3-FC4D-A1A6-7A75B3418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E05B75-A77A-F846-A79B-94C789F3F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44EB3-B704-DE41-A618-B7A464156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4FB8-E68E-C94B-9AAE-629A0DEBBDD8}" type="datetimeFigureOut">
              <a:rPr lang="en-US" smtClean="0"/>
              <a:t>2/9/21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3468E-D778-FC44-AD52-EC6205FE4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2B196-536C-F140-A805-65BA3C0DE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60DE-F097-7141-8B89-A9439E9D3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47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3932-46FB-5B47-8281-FE30D9EBDD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8E69E3-2FE6-0044-8080-99C8ABB26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30FF5-94C3-EF4A-8CE7-34CFDAC9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4FB8-E68E-C94B-9AAE-629A0DEBBDD8}" type="datetimeFigureOut">
              <a:rPr lang="en-US" smtClean="0"/>
              <a:t>2/9/21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6B23B-9C19-0F49-B019-7C1DB95D2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8A036-A7AA-7344-B595-747E6742A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60DE-F097-7141-8B89-A9439E9D3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94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95B247-9058-E140-B86B-57849769F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F0161-62D9-4749-AE93-3EBD150EC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2CA1E-FA7E-1542-B4C5-5C79F13811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74FB8-E68E-C94B-9AAE-629A0DEBBDD8}" type="datetimeFigureOut">
              <a:rPr lang="en-US" smtClean="0"/>
              <a:t>2/9/21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3E421-4DC1-4D45-BC1F-C76997462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A581E-84B3-5048-B594-5669FA39D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960DE-F097-7141-8B89-A9439E9D3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5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CBC77-638F-A749-9473-75C0C543DA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Probably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BB4EE8-D91E-5A42-B4D1-652A7B3DB6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76" t="12437" r="10113" b="15000"/>
          <a:stretch/>
        </p:blipFill>
        <p:spPr>
          <a:xfrm>
            <a:off x="0" y="5014913"/>
            <a:ext cx="2014539" cy="184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18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938E-C1AD-634C-97F4-8F3EA252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AIP TEACHING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3832E-9B21-8A4B-B317-8D650119A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Personalization – courses that suit your personality </a:t>
            </a:r>
          </a:p>
          <a:p>
            <a:r>
              <a:rPr lang="en-US" dirty="0"/>
              <a:t>Interactive Gamification – interact, learn and understand concept </a:t>
            </a:r>
          </a:p>
          <a:p>
            <a:r>
              <a:rPr lang="en-US" dirty="0"/>
              <a:t>Visual Learning – analogy based learning to activate photogenic memory </a:t>
            </a:r>
          </a:p>
          <a:p>
            <a:r>
              <a:rPr lang="en-US" dirty="0"/>
              <a:t>Flash Cards – Got an interview? </a:t>
            </a:r>
            <a:r>
              <a:rPr lang="en-US" dirty="0" err="1"/>
              <a:t>Wanna</a:t>
            </a:r>
            <a:r>
              <a:rPr lang="en-US" dirty="0"/>
              <a:t> revise content! I say FLASH!!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1C2604-60AC-1942-AAA5-672B840E6C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76" t="12437" r="10113" b="15000"/>
          <a:stretch/>
        </p:blipFill>
        <p:spPr>
          <a:xfrm>
            <a:off x="0" y="5014913"/>
            <a:ext cx="2014539" cy="184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33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DB45D88-C82B-584D-A5DE-DA5200D827C7}"/>
              </a:ext>
            </a:extLst>
          </p:cNvPr>
          <p:cNvSpPr/>
          <p:nvPr/>
        </p:nvSpPr>
        <p:spPr>
          <a:xfrm>
            <a:off x="246256" y="3067927"/>
            <a:ext cx="1134794" cy="72214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Subject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Topic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B748CF-053B-AA4F-9CB9-60313564842A}"/>
              </a:ext>
            </a:extLst>
          </p:cNvPr>
          <p:cNvSpPr/>
          <p:nvPr/>
        </p:nvSpPr>
        <p:spPr>
          <a:xfrm>
            <a:off x="3900809" y="3067927"/>
            <a:ext cx="1134794" cy="72214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Video</a:t>
            </a:r>
          </a:p>
        </p:txBody>
      </p:sp>
      <p:pic>
        <p:nvPicPr>
          <p:cNvPr id="1028" name="Picture 4" descr="Image result for human icon png">
            <a:extLst>
              <a:ext uri="{FF2B5EF4-FFF2-40B4-BE49-F238E27FC236}">
                <a16:creationId xmlns:a16="http://schemas.microsoft.com/office/drawing/2014/main" id="{9AC86FDB-7647-DE40-B75D-C9562AB74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878" y="4641283"/>
            <a:ext cx="577875" cy="63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DF412FF-2DF7-894B-A110-FEF5839497EE}"/>
              </a:ext>
            </a:extLst>
          </p:cNvPr>
          <p:cNvSpPr/>
          <p:nvPr/>
        </p:nvSpPr>
        <p:spPr>
          <a:xfrm>
            <a:off x="5464757" y="3067927"/>
            <a:ext cx="1373100" cy="72214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Transcripts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2F93CC1-28D5-B448-9B75-37479DCF9FDD}"/>
              </a:ext>
            </a:extLst>
          </p:cNvPr>
          <p:cNvSpPr/>
          <p:nvPr/>
        </p:nvSpPr>
        <p:spPr>
          <a:xfrm>
            <a:off x="7267011" y="3067927"/>
            <a:ext cx="1134794" cy="72214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Games</a:t>
            </a:r>
          </a:p>
        </p:txBody>
      </p:sp>
      <p:pic>
        <p:nvPicPr>
          <p:cNvPr id="10" name="Picture 4" descr="Image result for human icon png">
            <a:extLst>
              <a:ext uri="{FF2B5EF4-FFF2-40B4-BE49-F238E27FC236}">
                <a16:creationId xmlns:a16="http://schemas.microsoft.com/office/drawing/2014/main" id="{27E00237-C0C5-EA49-82EF-20B5E0B70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4463" y="4626996"/>
            <a:ext cx="577875" cy="63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26DC18-1CDC-6A40-9E16-7F461987D9F7}"/>
              </a:ext>
            </a:extLst>
          </p:cNvPr>
          <p:cNvSpPr/>
          <p:nvPr/>
        </p:nvSpPr>
        <p:spPr>
          <a:xfrm>
            <a:off x="8830959" y="3067927"/>
            <a:ext cx="1373100" cy="72214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Assessment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27F73B0-4BB0-574D-961D-8C89BA62D948}"/>
              </a:ext>
            </a:extLst>
          </p:cNvPr>
          <p:cNvSpPr/>
          <p:nvPr/>
        </p:nvSpPr>
        <p:spPr>
          <a:xfrm>
            <a:off x="10633210" y="3067927"/>
            <a:ext cx="1373100" cy="72214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Assignment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05D649-F471-8E45-9742-8E94E65C8B2E}"/>
              </a:ext>
            </a:extLst>
          </p:cNvPr>
          <p:cNvSpPr txBox="1"/>
          <p:nvPr/>
        </p:nvSpPr>
        <p:spPr>
          <a:xfrm>
            <a:off x="3830162" y="5398940"/>
            <a:ext cx="134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Video Editor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37FDAF-E4D2-D44E-8655-40D14B342CD1}"/>
              </a:ext>
            </a:extLst>
          </p:cNvPr>
          <p:cNvSpPr txBox="1"/>
          <p:nvPr/>
        </p:nvSpPr>
        <p:spPr>
          <a:xfrm>
            <a:off x="7470697" y="538465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HTML</a:t>
            </a:r>
          </a:p>
        </p:txBody>
      </p:sp>
      <p:pic>
        <p:nvPicPr>
          <p:cNvPr id="15" name="Picture 4" descr="Image result for human icon png">
            <a:extLst>
              <a:ext uri="{FF2B5EF4-FFF2-40B4-BE49-F238E27FC236}">
                <a16:creationId xmlns:a16="http://schemas.microsoft.com/office/drawing/2014/main" id="{55CC3108-660E-C243-A912-CD6005CF4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5620" y="1136075"/>
            <a:ext cx="577875" cy="63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FCF0580-3020-4D40-9B97-C0B81B2F0DBC}"/>
              </a:ext>
            </a:extLst>
          </p:cNvPr>
          <p:cNvSpPr txBox="1"/>
          <p:nvPr/>
        </p:nvSpPr>
        <p:spPr>
          <a:xfrm>
            <a:off x="9251870" y="1893732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SME</a:t>
            </a:r>
          </a:p>
        </p:txBody>
      </p:sp>
      <p:pic>
        <p:nvPicPr>
          <p:cNvPr id="17" name="Picture 4" descr="Image result for human icon png">
            <a:extLst>
              <a:ext uri="{FF2B5EF4-FFF2-40B4-BE49-F238E27FC236}">
                <a16:creationId xmlns:a16="http://schemas.microsoft.com/office/drawing/2014/main" id="{E4960F1D-DA9C-EA4E-86BD-27EF23457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6794" y="1136075"/>
            <a:ext cx="577875" cy="63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D05E0C-61D4-D74D-8601-9F00A050BB82}"/>
              </a:ext>
            </a:extLst>
          </p:cNvPr>
          <p:cNvSpPr txBox="1"/>
          <p:nvPr/>
        </p:nvSpPr>
        <p:spPr>
          <a:xfrm>
            <a:off x="11033044" y="1893732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0D2EDFF-DEFC-F740-A2C9-30A438ECEBA2}"/>
              </a:ext>
            </a:extLst>
          </p:cNvPr>
          <p:cNvSpPr/>
          <p:nvPr/>
        </p:nvSpPr>
        <p:spPr>
          <a:xfrm>
            <a:off x="1810204" y="3067927"/>
            <a:ext cx="1661451" cy="72214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Video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(online/offline)</a:t>
            </a:r>
          </a:p>
        </p:txBody>
      </p:sp>
      <p:pic>
        <p:nvPicPr>
          <p:cNvPr id="20" name="Picture 4" descr="Image result for human icon png">
            <a:extLst>
              <a:ext uri="{FF2B5EF4-FFF2-40B4-BE49-F238E27FC236}">
                <a16:creationId xmlns:a16="http://schemas.microsoft.com/office/drawing/2014/main" id="{601EE49A-4388-C042-AA1E-41A4A55F9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170" y="1193225"/>
            <a:ext cx="577875" cy="63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0F34C16-8BAC-2447-A9F4-F222672917EC}"/>
              </a:ext>
            </a:extLst>
          </p:cNvPr>
          <p:cNvSpPr txBox="1"/>
          <p:nvPr/>
        </p:nvSpPr>
        <p:spPr>
          <a:xfrm>
            <a:off x="2459072" y="1950882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688C96-EF56-3445-8CA5-56AEB4D769DB}"/>
              </a:ext>
            </a:extLst>
          </p:cNvPr>
          <p:cNvCxnSpPr>
            <a:stCxn id="4" idx="3"/>
            <a:endCxn id="19" idx="1"/>
          </p:cNvCxnSpPr>
          <p:nvPr/>
        </p:nvCxnSpPr>
        <p:spPr>
          <a:xfrm>
            <a:off x="1381050" y="3428998"/>
            <a:ext cx="42915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BA7EBE-5BAC-2048-86EC-CA8B672CF489}"/>
              </a:ext>
            </a:extLst>
          </p:cNvPr>
          <p:cNvCxnSpPr/>
          <p:nvPr/>
        </p:nvCxnSpPr>
        <p:spPr>
          <a:xfrm>
            <a:off x="3471655" y="3428998"/>
            <a:ext cx="42915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F213D73-7917-F640-8E9F-8B2A3FE1F0DA}"/>
              </a:ext>
            </a:extLst>
          </p:cNvPr>
          <p:cNvCxnSpPr/>
          <p:nvPr/>
        </p:nvCxnSpPr>
        <p:spPr>
          <a:xfrm>
            <a:off x="5035603" y="3428998"/>
            <a:ext cx="42915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F7C70BD-093D-D143-A8AE-8ED9AB5B3D04}"/>
              </a:ext>
            </a:extLst>
          </p:cNvPr>
          <p:cNvCxnSpPr/>
          <p:nvPr/>
        </p:nvCxnSpPr>
        <p:spPr>
          <a:xfrm>
            <a:off x="6837857" y="3428998"/>
            <a:ext cx="42915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A99372-0F0E-6C49-BECB-CB6451E4A145}"/>
              </a:ext>
            </a:extLst>
          </p:cNvPr>
          <p:cNvCxnSpPr/>
          <p:nvPr/>
        </p:nvCxnSpPr>
        <p:spPr>
          <a:xfrm>
            <a:off x="8401805" y="3428998"/>
            <a:ext cx="42915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4FAF49B-0AC2-FE43-A8D4-19DF30687E98}"/>
              </a:ext>
            </a:extLst>
          </p:cNvPr>
          <p:cNvCxnSpPr/>
          <p:nvPr/>
        </p:nvCxnSpPr>
        <p:spPr>
          <a:xfrm>
            <a:off x="10204059" y="3428998"/>
            <a:ext cx="429154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703FABB7-6DFE-F942-B5F0-0882BBC95E6C}"/>
              </a:ext>
            </a:extLst>
          </p:cNvPr>
          <p:cNvCxnSpPr>
            <a:stCxn id="21" idx="2"/>
            <a:endCxn id="19" idx="0"/>
          </p:cNvCxnSpPr>
          <p:nvPr/>
        </p:nvCxnSpPr>
        <p:spPr>
          <a:xfrm rot="5400000">
            <a:off x="2326106" y="2635038"/>
            <a:ext cx="747713" cy="118064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871F1E4A-E2A7-0540-BA99-12C0D3FFBD15}"/>
              </a:ext>
            </a:extLst>
          </p:cNvPr>
          <p:cNvCxnSpPr>
            <a:stCxn id="1028" idx="0"/>
            <a:endCxn id="5" idx="2"/>
          </p:cNvCxnSpPr>
          <p:nvPr/>
        </p:nvCxnSpPr>
        <p:spPr>
          <a:xfrm rot="16200000" flipV="1">
            <a:off x="4048904" y="4209371"/>
            <a:ext cx="851215" cy="12610"/>
          </a:xfrm>
          <a:prstGeom prst="bentConnector3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01CE3453-7CB9-E64C-8139-18B4275759D2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16200000" flipH="1">
            <a:off x="7425440" y="4199035"/>
            <a:ext cx="836928" cy="18993"/>
          </a:xfrm>
          <a:prstGeom prst="bentConnector3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0DC454EB-8F34-0E4B-9BC8-1E10671089C1}"/>
              </a:ext>
            </a:extLst>
          </p:cNvPr>
          <p:cNvCxnSpPr>
            <a:stCxn id="16" idx="2"/>
            <a:endCxn id="11" idx="0"/>
          </p:cNvCxnSpPr>
          <p:nvPr/>
        </p:nvCxnSpPr>
        <p:spPr>
          <a:xfrm rot="5400000">
            <a:off x="9132220" y="2648354"/>
            <a:ext cx="804863" cy="34283"/>
          </a:xfrm>
          <a:prstGeom prst="bentConnector3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71F146EC-D9F9-BB4A-9BCF-33C7A4B5D64B}"/>
              </a:ext>
            </a:extLst>
          </p:cNvPr>
          <p:cNvCxnSpPr>
            <a:stCxn id="18" idx="2"/>
            <a:endCxn id="12" idx="0"/>
          </p:cNvCxnSpPr>
          <p:nvPr/>
        </p:nvCxnSpPr>
        <p:spPr>
          <a:xfrm rot="5400000">
            <a:off x="10923932" y="2658892"/>
            <a:ext cx="804863" cy="13206"/>
          </a:xfrm>
          <a:prstGeom prst="bentConnector3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DAC97E40-E84C-9E4B-9344-04F1EB5642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176" t="12437" r="10113" b="15000"/>
          <a:stretch/>
        </p:blipFill>
        <p:spPr>
          <a:xfrm>
            <a:off x="0" y="5014913"/>
            <a:ext cx="2014539" cy="184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8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1" grpId="0" animBg="1"/>
      <p:bldP spid="12" grpId="0" animBg="1"/>
      <p:bldP spid="6" grpId="0"/>
      <p:bldP spid="14" grpId="0"/>
      <p:bldP spid="16" grpId="0"/>
      <p:bldP spid="18" grpId="0"/>
      <p:bldP spid="19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student icon png">
            <a:extLst>
              <a:ext uri="{FF2B5EF4-FFF2-40B4-BE49-F238E27FC236}">
                <a16:creationId xmlns:a16="http://schemas.microsoft.com/office/drawing/2014/main" id="{D22E1CC9-6BBC-E64B-9DAD-669C64D63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98" y="3098919"/>
            <a:ext cx="660161" cy="660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19F1D37-0621-3B4A-98B6-177CEC36ECB4}"/>
              </a:ext>
            </a:extLst>
          </p:cNvPr>
          <p:cNvSpPr/>
          <p:nvPr/>
        </p:nvSpPr>
        <p:spPr>
          <a:xfrm>
            <a:off x="1030142" y="4259541"/>
            <a:ext cx="1488831" cy="62413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Micro Courses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CC5EE50-21C7-834D-9E42-1467E8BC32AE}"/>
              </a:ext>
            </a:extLst>
          </p:cNvPr>
          <p:cNvSpPr/>
          <p:nvPr/>
        </p:nvSpPr>
        <p:spPr>
          <a:xfrm>
            <a:off x="1030142" y="1992114"/>
            <a:ext cx="1488831" cy="62413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Career Paths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EE4EB71-A1C9-7940-9325-04DF59F854F4}"/>
              </a:ext>
            </a:extLst>
          </p:cNvPr>
          <p:cNvSpPr/>
          <p:nvPr/>
        </p:nvSpPr>
        <p:spPr>
          <a:xfrm>
            <a:off x="2895905" y="3149253"/>
            <a:ext cx="1981634" cy="62413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Personalization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1C68CB9-9AC0-444C-9292-33D233A37998}"/>
              </a:ext>
            </a:extLst>
          </p:cNvPr>
          <p:cNvSpPr/>
          <p:nvPr/>
        </p:nvSpPr>
        <p:spPr>
          <a:xfrm>
            <a:off x="5417763" y="2341396"/>
            <a:ext cx="2439161" cy="2239849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 Course -&gt; (Time limit, additional resources)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Custom Journeys -&gt; (Additional artefacts)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C0C45A0-477D-5C41-B6D4-00E58BFEB7B0}"/>
              </a:ext>
            </a:extLst>
          </p:cNvPr>
          <p:cNvGrpSpPr/>
          <p:nvPr/>
        </p:nvGrpSpPr>
        <p:grpSpPr>
          <a:xfrm>
            <a:off x="8501212" y="1173424"/>
            <a:ext cx="3206115" cy="1625061"/>
            <a:chOff x="4126235" y="4169522"/>
            <a:chExt cx="3206115" cy="162506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01B1D6-2A02-1B4F-A62C-3D1614A7EC8C}"/>
                </a:ext>
              </a:extLst>
            </p:cNvPr>
            <p:cNvSpPr txBox="1"/>
            <p:nvPr/>
          </p:nvSpPr>
          <p:spPr>
            <a:xfrm>
              <a:off x="4383018" y="4243388"/>
              <a:ext cx="2781787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Gamification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Visual learning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Flash Cards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Industry practice session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Skill Gap Graph</a:t>
              </a:r>
            </a:p>
          </p:txBody>
        </p:sp>
        <p:sp>
          <p:nvSpPr>
            <p:cNvPr id="11" name="Double Brace 10">
              <a:extLst>
                <a:ext uri="{FF2B5EF4-FFF2-40B4-BE49-F238E27FC236}">
                  <a16:creationId xmlns:a16="http://schemas.microsoft.com/office/drawing/2014/main" id="{264DBC54-CA9D-7E43-8898-E21B26AEF581}"/>
                </a:ext>
              </a:extLst>
            </p:cNvPr>
            <p:cNvSpPr/>
            <p:nvPr/>
          </p:nvSpPr>
          <p:spPr>
            <a:xfrm>
              <a:off x="4126235" y="4169522"/>
              <a:ext cx="3206115" cy="1625061"/>
            </a:xfrm>
            <a:prstGeom prst="bracePair">
              <a:avLst/>
            </a:prstGeom>
            <a:ln w="412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41B6B4-8108-174F-B389-0B3DB3B0090F}"/>
              </a:ext>
            </a:extLst>
          </p:cNvPr>
          <p:cNvCxnSpPr/>
          <p:nvPr/>
        </p:nvCxnSpPr>
        <p:spPr>
          <a:xfrm>
            <a:off x="900112" y="807241"/>
            <a:ext cx="0" cy="5243513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3F53D5-B58F-8043-8271-00CA36346D3E}"/>
              </a:ext>
            </a:extLst>
          </p:cNvPr>
          <p:cNvCxnSpPr/>
          <p:nvPr/>
        </p:nvCxnSpPr>
        <p:spPr>
          <a:xfrm>
            <a:off x="2738437" y="807240"/>
            <a:ext cx="0" cy="5243513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9ADCB8E-8063-3745-994A-56F8FDE62F54}"/>
              </a:ext>
            </a:extLst>
          </p:cNvPr>
          <p:cNvCxnSpPr/>
          <p:nvPr/>
        </p:nvCxnSpPr>
        <p:spPr>
          <a:xfrm>
            <a:off x="5176837" y="839563"/>
            <a:ext cx="0" cy="5243513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68EAF1-E021-0449-BC0C-09346B65E052}"/>
              </a:ext>
            </a:extLst>
          </p:cNvPr>
          <p:cNvCxnSpPr/>
          <p:nvPr/>
        </p:nvCxnSpPr>
        <p:spPr>
          <a:xfrm>
            <a:off x="8201024" y="807239"/>
            <a:ext cx="0" cy="5243513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1CB0D19-80AA-514D-92FA-CCF9A840468B}"/>
              </a:ext>
            </a:extLst>
          </p:cNvPr>
          <p:cNvSpPr/>
          <p:nvPr/>
        </p:nvSpPr>
        <p:spPr>
          <a:xfrm>
            <a:off x="9048532" y="3635404"/>
            <a:ext cx="1981634" cy="62413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Course Completion</a:t>
            </a:r>
          </a:p>
        </p:txBody>
      </p:sp>
      <p:pic>
        <p:nvPicPr>
          <p:cNvPr id="2054" name="Picture 6" descr="Image result for trophy icon">
            <a:extLst>
              <a:ext uri="{FF2B5EF4-FFF2-40B4-BE49-F238E27FC236}">
                <a16:creationId xmlns:a16="http://schemas.microsoft.com/office/drawing/2014/main" id="{47447BDF-1196-DC4C-9FE5-105A5F72D2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1" t="15625" r="9875" b="22500"/>
          <a:stretch/>
        </p:blipFill>
        <p:spPr bwMode="auto">
          <a:xfrm>
            <a:off x="9453562" y="5069996"/>
            <a:ext cx="1465120" cy="1229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0134A46B-9796-494A-A774-D1F701B88638}"/>
              </a:ext>
            </a:extLst>
          </p:cNvPr>
          <p:cNvCxnSpPr>
            <a:stCxn id="2050" idx="0"/>
            <a:endCxn id="8" idx="1"/>
          </p:cNvCxnSpPr>
          <p:nvPr/>
        </p:nvCxnSpPr>
        <p:spPr>
          <a:xfrm rot="5400000" flipH="1" flipV="1">
            <a:off x="339342" y="2408120"/>
            <a:ext cx="794736" cy="58686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19907F76-A2FE-1F49-A570-F08BB227922E}"/>
              </a:ext>
            </a:extLst>
          </p:cNvPr>
          <p:cNvCxnSpPr>
            <a:stCxn id="2050" idx="2"/>
            <a:endCxn id="5" idx="1"/>
          </p:cNvCxnSpPr>
          <p:nvPr/>
        </p:nvCxnSpPr>
        <p:spPr>
          <a:xfrm rot="16200000" flipH="1">
            <a:off x="330445" y="3871913"/>
            <a:ext cx="812530" cy="58686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8246AE2E-0102-F040-B882-A12CBAA593AC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518973" y="2304183"/>
            <a:ext cx="376932" cy="1157139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81BD7C50-4AF4-4341-A435-443690F11A3B}"/>
              </a:ext>
            </a:extLst>
          </p:cNvPr>
          <p:cNvCxnSpPr>
            <a:stCxn id="5" idx="3"/>
            <a:endCxn id="9" idx="1"/>
          </p:cNvCxnSpPr>
          <p:nvPr/>
        </p:nvCxnSpPr>
        <p:spPr>
          <a:xfrm flipV="1">
            <a:off x="2518973" y="3461322"/>
            <a:ext cx="376932" cy="1110288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A5952E98-06FD-E04A-93B0-7A9B4DF75F5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4877539" y="3461321"/>
            <a:ext cx="540224" cy="1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D89E4768-7EB1-AC4F-ADAD-F74EDB6637A6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flipV="1">
            <a:off x="7856924" y="1985955"/>
            <a:ext cx="644288" cy="1475366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E46C03AB-8620-2F44-AD50-1587232CFA1F}"/>
              </a:ext>
            </a:extLst>
          </p:cNvPr>
          <p:cNvCxnSpPr>
            <a:stCxn id="7" idx="2"/>
            <a:endCxn id="24" idx="0"/>
          </p:cNvCxnSpPr>
          <p:nvPr/>
        </p:nvCxnSpPr>
        <p:spPr>
          <a:xfrm rot="5400000">
            <a:off x="9638726" y="3125241"/>
            <a:ext cx="910786" cy="10954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061B67DF-9E10-1642-B794-3166C8FD4E14}"/>
              </a:ext>
            </a:extLst>
          </p:cNvPr>
          <p:cNvCxnSpPr>
            <a:stCxn id="24" idx="2"/>
            <a:endCxn id="2054" idx="0"/>
          </p:cNvCxnSpPr>
          <p:nvPr/>
        </p:nvCxnSpPr>
        <p:spPr>
          <a:xfrm rot="16200000" flipH="1">
            <a:off x="9707508" y="4591381"/>
            <a:ext cx="810455" cy="146773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A451EF21-1791-2F44-8CBE-ABD6A824F5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176" t="12437" r="10113" b="15000"/>
          <a:stretch/>
        </p:blipFill>
        <p:spPr>
          <a:xfrm>
            <a:off x="0" y="5014913"/>
            <a:ext cx="2014539" cy="184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5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100</Words>
  <Application>Microsoft Macintosh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AI Probably</vt:lpstr>
      <vt:lpstr>AIP TEACHING METHOD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parth sharma</dc:creator>
  <cp:lastModifiedBy>parth sharma</cp:lastModifiedBy>
  <cp:revision>16</cp:revision>
  <dcterms:created xsi:type="dcterms:W3CDTF">2021-02-09T08:29:12Z</dcterms:created>
  <dcterms:modified xsi:type="dcterms:W3CDTF">2021-02-09T16:10:09Z</dcterms:modified>
</cp:coreProperties>
</file>